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Stress that the product is a local student prototype holding fictional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MediVault · ED mini-project · provisional · baseline d80c1bf · illustrative figures, not forecasts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822960"/>
            <a:ext cx="2377440" cy="2377440"/>
          </a:xfrm>
          <a:prstGeom prst="ellipse">
            <a:avLst/>
          </a:prstGeom>
          <a:solidFill>
            <a:srgbClr val="0F5E59"/>
          </a:solidFill>
          <a:ln w="12700">
            <a:solidFill>
              <a:srgbClr val="0F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63040"/>
            <a:ext cx="1097280" cy="1097280"/>
          </a:xfrm>
          <a:prstGeom prst="ellipse">
            <a:avLst/>
          </a:prstGeom>
          <a:solidFill>
            <a:srgbClr val="9FD3C9"/>
          </a:solidFill>
          <a:ln w="12700">
            <a:solidFill>
              <a:srgbClr val="9FD3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MediVault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medical-record organiser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Development mini-project · Rohit Srivastava · RGIT, Mumbai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baseline: origin/main @ d80c1bf · Fictional data only · Provisional, not the official RGIT format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end up scattered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file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0" y="12344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234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gallery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234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12344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234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or hospital portal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68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doctor asks for an old report, it can be hard to find [A]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cost: lost time, a repeated test, an incomplete history [A]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and how badly this happens: unknown, pending interviews [P]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survey of how people store or retrieve medical documents was found. An ageing population (S24) is context, not demand.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test first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984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H2a · working hypothesis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91640"/>
            <a:ext cx="3648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had 2 or more diagnostic visits in the last 12 months.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subtotal 15 / 30.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with today's product; lower privacy risk.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2984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tested in parallel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1691640"/>
            <a:ext cx="3648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adults managing an elderly parent's reports.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subtotal 12 / 30.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dependant profiles; possibly higher willingness to pay [A].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willingness to pay are UNKNOWN for both segments, so they are not scored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Provisional, equal-weighted scorecard, not a measurement. H1 overtakes if interviews show it at least 2 points ahead on both unknowns.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product does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0F5E59"/>
          </a:solidFill>
          <a:ln w="12700">
            <a:solidFill>
              <a:srgbClr val="0F5E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1430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delete, search, filter and sort your own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0F5E59"/>
          </a:solidFill>
          <a:ln w="12700">
            <a:solidFill>
              <a:srgbClr val="0F5E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19202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Attach, download and delete. 10 MB per file, 100 MB per patient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0F5E59"/>
          </a:solidFill>
          <a:ln w="12700">
            <a:solidFill>
              <a:srgbClr val="0F5E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Owner-only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6974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patient gets 404, an admin gets 403 (author's tests)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0F5E59"/>
          </a:solidFill>
          <a:ln w="12700">
            <a:solidFill>
              <a:srgbClr val="0F5E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4747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reports 496 of 516 passed, 20 skipped; not re-run here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origin/main @ d80c1bf README and PR #1 (S2, S3). Runs locally on one computer with fictional data.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honestly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984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protected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91640"/>
            <a:ext cx="3648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PDFs encrypted at rest (Tink AES-256-GCM)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checked against stored size and SHA-256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hashes, CSRF protection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Owner-only access, as documented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2984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1691640"/>
            <a:ext cx="3648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end-to-end: the server holds the key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not encrypted (titles, notes)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keyset = encrypted PDFs unreadable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only: no HTTPS, rate limiting, reset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does not make MediVault production-ready or legally compliant (S3).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alternatives are strong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0312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ABHA app, DigiLocker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· government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[A]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Eka Care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· private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app; paid in-app Eka Pass ($2.49 / month, US store) [V]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 24|7 PHR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· provider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Lal PathLabs, Thyrocare apps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· 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apps [V]; tests are paid [A]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·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GB free; ₹59 / 30 GB / month [V]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iCloud+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·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GB free; ₹75 / 50 GB / month [V]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WhatsApp, gallery,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· habit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S6–S14, S28. No claim of uniqueness: the differentiation is thin and easy to copy.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0F3D3A"/>
          </a:solidFill>
          <a:ln w="12700">
            <a:solidFill>
              <a:srgbClr val="0F3D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focused, ad-free, provider-independent organiser for people who repeatedly receive diagnostic reports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8986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to test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any report in under a minute", measured in the usability task. Not a claim.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73752" y="28986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say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73752" y="3291840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vault · end-to-end · first · unique · compliant · certified · ABDM-integrated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(hypothesis)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9844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916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organiser; the validation phase has no charges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29844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plan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6916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₹99 / month; multiple profiles and delegated access [A]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1072" y="129844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only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91072" y="16916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or lab partnerships, after legal review [PROP]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advertising, and selling or monetising any health data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 and the Family plan's viability are unvalidated. Storage upsells rejected: Google sells 30 GB for ₹59 a month (S13).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(illustrative)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335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families to break even (paying-only)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families incl. free users at 5% conversion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−₹83,202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year-one cash (−₹3.01 lakh economic)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 F ≈ ₹22,300 / month: hosting ≈ 18%; founder time + security testing ≈ 76%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per family = ₹99 − ₹2.34 fee − ₹30 support = ₹66.66; break-even = F ÷ ₹66.66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one assumes +10 paying families a month, no churn, no paid marketing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arithmetic, not a forecast. Vendor prices [V]; tax, legal and security costs provisional (04-financial-model.md).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find 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F5E59"/>
          </a:solidFill>
          <a:ln w="12700">
            <a:solidFill>
              <a:srgbClr val="0F5E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and hold 20 exploratory interviews (10 per segment), past behaviour only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502920" cy="502920"/>
          </a:xfrm>
          <a:prstGeom prst="ellipse">
            <a:avLst/>
          </a:prstGeom>
          <a:solidFill>
            <a:srgbClr val="0F5E59"/>
          </a:solidFill>
          <a:ln w="12700">
            <a:solidFill>
              <a:srgbClr val="0F5E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783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the themes; usability task with fictional PDFs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502920" cy="502920"/>
          </a:xfrm>
          <a:prstGeom prst="ellipse">
            <a:avLst/>
          </a:prstGeom>
          <a:solidFill>
            <a:srgbClr val="0F5E59"/>
          </a:solidFill>
          <a:ln w="12700">
            <a:solidFill>
              <a:srgbClr val="0F5E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783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decision rules; verify legal and tax points; write 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thresholds per segment: at least 5 of 10 report a recent retrieval problem AND at least 3 of 10 say their current tool failed. Task completion of at least 80%.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Exploratory, not statistically representative. Informed consent; no medical records or diagnoses collected.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unproven; free alternatives are strong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 unknown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keyset = encrypted PDFs unreadable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duties awaiting primary-source checks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54880" y="11887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0F5E59"/>
          </a:solidFill>
          <a:ln w="12700">
            <a:solidFill>
              <a:srgbClr val="0F5E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83480" y="13258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9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20 exploratory interviews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Usability task with fictional PDFs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Primary-source legal and tax checks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Then decide whether to build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compliance, certification or ABDM-integration claim · a negative result is a valid ED outcome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MediVault: ED pitch deck</dc:title>
  <dc:subject>Entrepreneurship Development mini-project (provisional; baseline d80c1bf)</dc:subject>
  <dc:creator>Rohit Srivastava</dc:creator>
  <cp:lastModifiedBy>Rohit Srivastava</cp:lastModifiedBy>
  <cp:revision>1</cp:revision>
  <dcterms:created xsi:type="dcterms:W3CDTF">2026-10-12T16:56:37Z</dcterms:created>
  <dcterms:modified xsi:type="dcterms:W3CDTF">2026-10-12T16:56:37Z</dcterms:modified>
</cp:coreProperties>
</file>